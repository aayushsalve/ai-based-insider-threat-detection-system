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0C2C54"/>
                </a:solidFill>
                <a:latin typeface="Calibri"/>
              </a:rPr>
              <a:t>Insider Threat Detections sytem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222222"/>
                </a:solidFill>
                <a:latin typeface="Calibri"/>
              </a:rPr>
              <a:t>Final Viva Presentation</a:t>
            </a:r>
          </a:p>
          <a:p>
            <a:r>
              <a:rPr sz="1800">
                <a:solidFill>
                  <a:srgbClr val="222222"/>
                </a:solidFill>
                <a:latin typeface="Calibri"/>
              </a:rPr>
              <a:t>Aayush Salve | Roll No: 22CC1007</a:t>
            </a:r>
          </a:p>
          <a:p>
            <a:r>
              <a:rPr sz="1800">
                <a:solidFill>
                  <a:srgbClr val="222222"/>
                </a:solidFill>
                <a:latin typeface="Calibri"/>
              </a:rPr>
              <a:t>Dept. of CSE Cybersecurity, RAIT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C2C54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Insider threats are hard to detect because users have valid access.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Rule-based SOC systems miss subtle misuse and create alert fatigue.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Need: intelligent, risk-prioritized, and explainable detection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C2C54"/>
                </a:solidFill>
                <a:latin typeface="Calibri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Detect unknown + known insider threats using hybrid ML.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Generate risk score (0-10) for analyst prioritization.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Reduce false alerts while preserving high threat coverage.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Deliver deployment-ready outputs: reports, API,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C2C54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Input: login, file access, download, location, and activity logs.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Preprocessing + feature engineering pipeline.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IsolationForest (70%) for anomaly discovery.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RandomForest (30%) for threat validation.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Hybrid score -&gt; Risk scoring engine -&gt; SOC dashboard &amp; alerts.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C2C54"/>
                </a:solidFill>
                <a:latin typeface="Calibri"/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b="1" sz="2000">
                <a:solidFill>
                  <a:srgbClr val="0071BC"/>
                </a:solidFill>
              </a:rPr>
              <a:t>Core Stack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Python 3.12, Pandas, NumPy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Scikit-learn, Joblib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Flask backend + REST endpoints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CSV-driven pipeline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rPr b="1" sz="2000">
                <a:solidFill>
                  <a:srgbClr val="0071BC"/>
                </a:solidFill>
              </a:rPr>
              <a:t>Visualization &amp; Operations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Bootstrap UI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Chart.js analytics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Threat reports (CSV/JSON/TXT)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SOC-friendly workflow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C2C54"/>
                </a:solidFill>
                <a:latin typeface="Calibri"/>
              </a:rPr>
              <a:t>Dataset and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Original dataset: 100 users (10 threat cases).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Balanced dataset: 126 users (36 threat cases via SMOTE).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Key features: failed logins, downloads, after-hours access,</a:t>
            </a:r>
          </a:p>
          <a:p>
            <a:pPr lvl="1"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sensitive file access, unique access locations, anomaly score.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C2C54"/>
                </a:solidFill>
                <a:latin typeface="Calibri"/>
              </a:rPr>
              <a:t>Modeling and Risk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Step 1: Train IsolationForest for unsupervised anomalies.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Step 2: Train RandomForest for supervised confirmation.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Step 3: Weighted hybrid score = 0.7*IF + 0.3*RF.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Step 4: Convert to risk score (0-10) and risk levels.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Threshold tuning performed for best F1.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C2C54"/>
                </a:solidFill>
                <a:latin typeface="Calibri"/>
              </a:rPr>
              <a:t>Validation Results (5-Fold Cross-Validation)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877824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0C2C54"/>
                          </a:solidFill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0C2C54"/>
                          </a:solidFill>
                        </a:rPr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0C2C54"/>
                          </a:solidFill>
                        </a:rPr>
                        <a:t>Std 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0C2C54"/>
                          </a:solidFill>
                        </a:rPr>
                        <a:t>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0C2C54"/>
                          </a:solidFill>
                        </a:rPr>
                        <a:t>Maximum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1.00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1.00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0.933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0.96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C2C54"/>
                </a:solidFill>
                <a:latin typeface="Calibri"/>
              </a:rPr>
              <a:t>Threshold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Optimal threshold selected: 0.5389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At this threshold: Precision = 1.00, Recall = 1.00, AUC = 1.00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Used to calibrate decision boundary in controlled evaluation.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Production monitoring still recommended for drift and recalibration.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C2C54"/>
                </a:solidFill>
                <a:latin typeface="Calibri"/>
              </a:rPr>
              <a:t>Operational Threat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Latest report summary (100 users):</a:t>
            </a:r>
          </a:p>
          <a:p>
            <a:pPr lvl="1"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Critical: 13, High: 51, Medium: 33, Low: 3</a:t>
            </a:r>
          </a:p>
          <a:p>
            <a:pPr lvl="1"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Average risk score: 6.51 / 10</a:t>
            </a:r>
          </a:p>
          <a:p>
            <a:pPr lvl="1"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Maximum risk score: 10.0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Critical examples: USER_0077, USER_0064, USER_0065, USER_0037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C2C54"/>
                </a:solidFill>
                <a:latin typeface="Calibri"/>
              </a:rP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Sensitive file access after hours is strongest indicator.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Failed logins and credential misuse are secondary indicators.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Multi-location access with high downloads is tertiary signal.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Hybrid design improves detection confidence vs single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C2C54"/>
                </a:solidFill>
                <a:latin typeface="Calibri"/>
              </a:rPr>
              <a:t>Demo Flow for Viva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1. Show dataset and engineered behavior features.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2. Run detection pipeline and generate risk scores.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3. Open dashboard: high-risk users, trend, and categories.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4. Explain one critical user case and recommended SOC action.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C2C54"/>
                </a:solidFill>
                <a:latin typeface="Calibri"/>
              </a:rPr>
              <a:t>Limitations and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b="1" sz="2000">
                <a:solidFill>
                  <a:srgbClr val="0071BC"/>
                </a:solidFill>
              </a:rPr>
              <a:t>Current Limitations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Controlled dataset prototype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Limited live SIEM integration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No full forensic attribution layer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Periodic retraining required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rPr b="1" sz="2000">
                <a:solidFill>
                  <a:srgbClr val="0071BC"/>
                </a:solidFill>
              </a:rPr>
              <a:t>Future Enhancements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Real-time streaming detection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XAI-based analyst explanations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Adaptive drift-triggered retraining</a:t>
            </a:r>
          </a:p>
          <a:p>
            <a:pPr lvl="1"/>
            <a:r>
              <a:rPr sz="1800">
                <a:solidFill>
                  <a:srgbClr val="222222"/>
                </a:solidFill>
              </a:rPr>
              <a:t>Enterprise-scale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C2C54"/>
                </a:solidFill>
                <a:latin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A practical hybrid ML framework for insider threat detection was built.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Model achieved strong validated performance (F1: 82%, Acc: 92%).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System provides actionable risk scoring for SOC triage.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Project is deployment-ready with monitoring and retraining plan.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C2C54"/>
                </a:solidFill>
                <a:latin typeface="Calibri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Questions and Discussion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Guide: Dr. Dhananjay Dhakane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22222"/>
                </a:solidFill>
                <a:latin typeface="Calibri"/>
              </a:rPr>
              <a:t>Student: Aayush Salve (22CC1007)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